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Doc2HTML SaaS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Weekend Project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Converters: $100-500/week 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Downloaders: $150-400/week 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 Converters: Low competition, HIGH demand ✓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(.docx) → HTML for browsers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(.pptx) → HTML preview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complex video processing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storage hassles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Businesses need this NOW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Easy to monetize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Model 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FREE TIER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conversions/day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HTML output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download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watermark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PRO TIER ($5/mo)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Unlimited conversions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Download as HTML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watermark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access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support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 (Easy!) 🛠️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+ Tailwind CSS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+ Express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Conversion: mammoth.js (DOCX) + pptxjs (PPTX)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Supabase (free tier = $0)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886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Vercel (free tier) + Railway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572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Clerk or Auth0 (free tier)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257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Payments: Stripe (2.9% fee only when paid)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User uploads .docx or .pptx file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Backend receives file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Convert to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mammoth.js for .docx → clean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pptxjs for .pptx → slide HTML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Display in browser (styled nicely!)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Free users: watermark + no download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 users: download as HTML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for This Weekend 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build everything. Focus on: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Upload .docx file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Convert to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Display in browser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styling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HAVE (after):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PPTX support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Download HTML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accounts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system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6-8 hours total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Architecture 📐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7132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(React)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File Upload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Display preview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(Node.js)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Receive file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Use mammoth.js to convert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Return HTML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(Optional for MVP)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Store conversion history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Vercel (frontend)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Railway (backend)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Guide 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SCHEDULE: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Evening (2 hours):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Setup Node.js + Express backend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mammoth.js library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 upload endpoint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Morning (2 hours):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 React frontend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file upload form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Display converted HTML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Afternoon (2 hours):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styling (Tailwind)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&amp; debug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Deploy to Vercel + Railway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Sunday: Polish &amp; Marketing 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Deployment (No Credit Card!) 🌐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371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(up to 100 GB/mo)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Railway.app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286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($5/mo credit)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00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200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(500 MB)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114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Namecheap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41148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$0.99 first year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Links 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Mammoth.js docs: cloudconvert.com/mammoth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upload tutorial: youtu.be/S6uTWe6z8...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(copy-paste ready):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npm install mammoth express multer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npm install pptxjs (for PowerPoint later)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if stuck: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Cloudinary for file hosting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AWS Lambda for conversion (free tier)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 community for help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CODING NOW! 🚀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Action Plan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weekend!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Check: You Got This! 💪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friends built simpler things (video downloading is harder!)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need to convert files to HTML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complex servers, no video processing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React (you know this)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Libraries: 3 npm packages max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Sunday: You'll have a working product 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Next Month: You'll be making money 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2026-06-05T03:12:07Z</dcterms:created>
  <dcterms:modified xsi:type="dcterms:W3CDTF">2026-06-05T03:12:07Z</dcterms:modified>
</cp:coreProperties>
</file>