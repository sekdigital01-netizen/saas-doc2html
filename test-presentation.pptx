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4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D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Doc2HTML SaaS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Your First Weekend Project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D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Opportunity 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PDF Converters: $100-500/week ✓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Video Downloaders: $150-400/week ✓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Doc Converters: Low competition, HIGH demand ✓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IDEA: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(.docx) → HTML for browsers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 (.pptx) → HTML preview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works: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No complex video processing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No storage hassles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Businesses need this NOW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Easy to monetize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D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Monetization Model 💵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840480" cy="53035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D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🎁 FREE TIER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D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5 conversions/day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D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Basic HTML output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D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download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D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Shows watermark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846320" y="1097280"/>
            <a:ext cx="3840480" cy="530352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0" y="128016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💎 PRO TIER ($5/mo)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Unlimited conversions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Download as HTML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watermark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API access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Email support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D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Tech Stack (Easy!) 🛠️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FF88"/>
                </a:solidFill>
              </a:rPr>
              <a:t>✓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88720" y="11430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Frontend: React + Tailwind CSS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FF88"/>
                </a:solidFill>
              </a:rPr>
              <a:t>✓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88720" y="18288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Backend: Node.js + Express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FF88"/>
                </a:solidFill>
              </a:rPr>
              <a:t>✓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25146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Conversion: mammoth.js (DOCX) + pptxjs (PPTX)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0080" y="3246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FF88"/>
                </a:solidFill>
              </a:rPr>
              <a:t>✓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88720" y="32004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Database: Supabase (free tier = $0)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0080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FF88"/>
                </a:solidFill>
              </a:rPr>
              <a:t>✓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188720" y="38862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Hosting: Vercel (free tier) + Railway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0080" y="4617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FF88"/>
                </a:solidFill>
              </a:rPr>
              <a:t>✓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45720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Auth: Clerk or Auth0 (free tier)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53035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FF88"/>
                </a:solidFill>
              </a:rPr>
              <a:t>✓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188720" y="52578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Payments: Stripe (2.9% fee only when paid)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D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 🎯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User uploads .docx or .pptx file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Backend receives file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Convert to HTML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mammoth.js for .docx → clean HTML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pptxjs for .pptx → slide HTML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4: Display in browser (styled nicely!)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5: 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Free users: watermark + no download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Pro users: download as HTML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D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for This Weekend 🚀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build everything. Focus on: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 HAVE: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Upload .docx file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Convert to HTML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Display in browser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Basic styling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NICE TO HAVE (after):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PPTX support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Download HTML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User accounts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Payment system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Timeline: 6-8 hours total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D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Architecture 📐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7863840" cy="4846320"/>
          </a:xfrm>
          <a:prstGeom prst="rect">
            <a:avLst/>
          </a:prstGeom>
          <a:solidFill>
            <a:srgbClr val="16213E"/>
          </a:solidFill>
          <a:ln w="25400">
            <a:solidFill>
              <a:srgbClr val="00D9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371600"/>
            <a:ext cx="713232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D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FRONTEND (React)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0D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↓ File Upload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0D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↓ Display preview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0D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0D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 (Node.js)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0D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↓ Receive file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0D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↓ Use mammoth.js to convert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0D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↓ Return HTML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0D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0D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DATABASE (Optional for MVP)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0D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↓ Store conversion history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0D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0D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HOSTING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0D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↓ Vercel (frontend)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0D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↓ Railway (backend)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D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Step-by-Step Guide 👇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WEEKEND SCHEDULE: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 Evening (2 hours):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Setup Node.js + Express backend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Add mammoth.js library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Create upload endpoint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Saturday Morning (2 hours):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Create React frontend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Add file upload form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Display converted HTML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Saturday Afternoon (2 hours):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Add styling (Tailwind)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Test &amp; debug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Deploy to Vercel + Railway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Sunday: Polish &amp; Marketing 🎉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D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Deployment (No Credit Card!) 🌐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7863840" cy="77724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3716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926080" y="137160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D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Vercel.com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0" y="137160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(up to 100 GB/mo)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194560"/>
            <a:ext cx="7863840" cy="77724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2860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26080" y="228600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D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Railway.app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0" y="228600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($5/mo credit)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108960"/>
            <a:ext cx="7863840" cy="77724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2004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26080" y="320040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D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Supabase.com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0" y="320040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(500 MB)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023360"/>
            <a:ext cx="7863840" cy="777240"/>
          </a:xfrm>
          <a:prstGeom prst="rect">
            <a:avLst/>
          </a:prstGeom>
          <a:solidFill>
            <a:srgbClr val="16213E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1148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926080" y="411480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D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Namecheap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486400" y="4114800"/>
            <a:ext cx="2103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$0.99 first year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D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Resources &amp; Links 📚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5303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Tutorials: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Mammoth.js docs: cloudconvert.com/mammoth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React upload tutorial: youtu.be/S6uTWe6z8...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Libraries (copy-paste ready):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npm install mammoth express multer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npm install pptxjs (for PowerPoint later)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Alternatives if stuck: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Use Cloudinary for file hosting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Use AWS Lambda for conversion (free tier)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Discord community for help</a:t>
            </a:r>
            <a:endParaRPr lang="en-US" sz="1800" dirty="0"/>
          </a:p>
          <a:p>
            <a:pPr algn="l" indent="0" marL="0">
              <a:buNone/>
            </a:pP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CODING NOW! 🚀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34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D9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Action Plan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build this weekend!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D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Reality Check: You Got This! 💪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640080" y="274320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friends built simpler things (video downloading is harder!)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only need to convert files to HTML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complex servers, no video processing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Framework: React (you know this)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Libraries: 3 npm packages max</a:t>
            </a:r>
            <a:endParaRPr lang="en-US" sz="1800" dirty="0"/>
          </a:p>
          <a:p>
            <a:pPr algn="ctr" indent="0" marL="0">
              <a:buNone/>
            </a:pP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Sunday: You'll have a working product ✓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Next Month: You'll be making money ✓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2026-06-03T15:00:50Z</dcterms:created>
  <dcterms:modified xsi:type="dcterms:W3CDTF">2026-06-03T15:00:50Z</dcterms:modified>
</cp:coreProperties>
</file>